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43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MONEY TRACKER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288036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CMD-Based Personal Finance Manager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180076" y="3657600"/>
            <a:ext cx="18288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88620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(OOP) — Project Proposal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539496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Saksham Smith Sunar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76072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King's College Nepal  |  Bachelor of Science in Computer Science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don’t keep an accurate record of their daily income, expenses, and savings — so by the end of the month, it’s hard to know exactly where the money went.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474720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33192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spending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363016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is spent without any log, so overspending is only noticed after it happens.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4434840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2793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are an afterthought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45902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is “left over” is saved — not a deliberate, tracked goal.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5394960"/>
            <a:ext cx="164592" cy="16459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2395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concerns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555040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budgeting apps require internet access and store data on remote servers.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92240" y="1417320"/>
            <a:ext cx="5120640" cy="4892040"/>
          </a:xfrm>
          <a:prstGeom prst="roundRect">
            <a:avLst>
              <a:gd name="adj" fmla="val 2243"/>
            </a:avLst>
          </a:prstGeom>
          <a:solidFill>
            <a:srgbClr val="F4F6FB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274320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much did I actually save this month?”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58000" y="42062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question most people can’t answer without digging through notes, bank SMS, or memory.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Money Tracker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81151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6002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simple and secure login system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41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24414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income and expenses with a date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282696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82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3282696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user define a custom saving method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4123944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123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412394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monthly and yearly financial reports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496519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965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496519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all data in CSV files, viewable in Excel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Money Tracker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81151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Limitations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40680" cy="4754880"/>
          </a:xfrm>
          <a:prstGeom prst="roundRect">
            <a:avLst>
              <a:gd name="adj" fmla="val 2308"/>
            </a:avLst>
          </a:prstGeom>
          <a:solidFill>
            <a:srgbClr val="EFF6F1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Single-user personal finance tracking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3063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Records income, expenses &amp; custom savings with dates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Generates monthly and yearly summary reports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46177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Easily extendable due to its OOP structure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FBEFEF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1737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22860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Single user account per session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629400" y="30632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Console (CMD) based — no graphical interface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629400" y="38404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Reports show totals only; no charts or graphs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629400" y="46177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Assumes dates entered in DD-MM-YYYY format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Money Tracker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1151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Methodology, Tools &amp; Technologies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Development Model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063240" y="182880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3D4A8C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8288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897880" y="182880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732520" y="182880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052560" y="1828800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3D4A8C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18288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30632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4747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VS Code / Code::Blocks — editing the C++ source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9776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G++ Compiler — compiling &amp; running the program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4805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Git &amp; GitHub — version control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30632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34747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C++ — primary implementation language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39776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File Handling (fstream) — CSV read/write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44805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Object Oriented Programming — core design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Money Tracker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81151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Object-Oriented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OOP pillars, applied directly in Smart Money Tracker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273485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574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03911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User’s password and Transaction’s data are kept private, exposed only through controlled methods.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273485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20574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203911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269748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Expense, and Saving all inherit shared fields and behaviour from the Transaction base class.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273485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5262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50799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8680" y="516636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display() and getType() behave differently for each transaction type, called through one base pointer.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425196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273485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45262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450799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37960" y="516636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is an abstract class defining a common contract every transaction type must fulfil.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Money Tracker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81151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 — Class Diagram</a:t>
            </a:r>
            <a:endParaRPr lang="en-US" sz="3200" dirty="0"/>
          </a:p>
        </p:txBody>
      </p:sp>
      <p:pic>
        <p:nvPicPr>
          <p:cNvPr id="3" name="Image 0" descr="class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3759926" cy="4892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65766" y="1463040"/>
            <a:ext cx="68745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is abstract; Income, Expense, and Saving inherit from it.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65766" y="2286000"/>
            <a:ext cx="68745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MoneyTracker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765766" y="2606040"/>
            <a:ext cx="68745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controller — owns User &amp; transactions, drives login, add, save, and report operations.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765766" y="3337560"/>
            <a:ext cx="68745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(abstract)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765766" y="3657600"/>
            <a:ext cx="68745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date &amp; amount fields; pure virtual display() and getType().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65766" y="4389120"/>
            <a:ext cx="68745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/ Expense / Saving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765766" y="4709160"/>
            <a:ext cx="68745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transaction types, each overriding display() and getType().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65766" y="5440680"/>
            <a:ext cx="68745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765766" y="5760720"/>
            <a:ext cx="687454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username &amp; password behind private fields with controlled access.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Money Tracker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81151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 — Use Case Diagram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User actor drives all seven core operations of the system</a:t>
            </a:r>
            <a:endParaRPr lang="en-US" sz="1300" dirty="0"/>
          </a:p>
        </p:txBody>
      </p:sp>
      <p:pic>
        <p:nvPicPr>
          <p:cNvPr id="4" name="Image 0" descr="usecas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1691640"/>
            <a:ext cx="8778240" cy="51054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Money Tracker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981151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 — Sequence Diagram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flow for the Login process, between User, MoneyTracker, and users.csv</a:t>
            </a:r>
            <a:endParaRPr lang="en-US" sz="1300" dirty="0"/>
          </a:p>
        </p:txBody>
      </p:sp>
      <p:pic>
        <p:nvPicPr>
          <p:cNvPr id="4" name="Image 0" descr="sequence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6956" y="1737360"/>
            <a:ext cx="6035040" cy="43294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Money Tracker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981151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Deliverables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373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71907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System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registration and secure login before any data can be accessed.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37960" y="17373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23760" y="171907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Entry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237744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income, expense, and custom saving entries with a date.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4F6FB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2062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418795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484632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monthly and yearly totals for income, expense, and saving.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393192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37960" y="42062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23760" y="418795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Storage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37960" y="484632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users.csv and report.csv — both viewable directly in Excel.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Money Tracker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81151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645920" y="2834640"/>
            <a:ext cx="88971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Money Tracker replaces scattered notes and manual spreadsheets with a structured, private, and offline C++ console application — built on Encapsulation, Inheritance, Polymorphism, and Abstraction.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80076" y="4480560"/>
            <a:ext cx="18288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754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53035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2026-08-17T12:05:17Z</dcterms:created>
  <dcterms:modified xsi:type="dcterms:W3CDTF">2026-08-17T12:05:17Z</dcterms:modified>
</cp:coreProperties>
</file>